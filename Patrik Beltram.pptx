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Poppins Bold" charset="1" panose="00000800000000000000"/>
      <p:regular r:id="rId9"/>
    </p:embeddedFont>
    <p:embeddedFont>
      <p:font typeface="Poppins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74777" y="2883506"/>
            <a:ext cx="15738446" cy="406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26"/>
              </a:lnSpc>
            </a:pPr>
            <a:r>
              <a:rPr lang="en-US" b="true" sz="15711" spc="-7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Moj prvi digitalni sled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84985" y="1661503"/>
            <a:ext cx="10217487" cy="5834275"/>
          </a:xfrm>
          <a:custGeom>
            <a:avLst/>
            <a:gdLst/>
            <a:ahLst/>
            <a:cxnLst/>
            <a:rect r="r" b="b" t="t" l="l"/>
            <a:pathLst>
              <a:path h="5834275" w="10217487">
                <a:moveTo>
                  <a:pt x="0" y="0"/>
                </a:moveTo>
                <a:lnTo>
                  <a:pt x="10217487" y="0"/>
                </a:lnTo>
                <a:lnTo>
                  <a:pt x="10217487" y="5834275"/>
                </a:lnTo>
                <a:lnTo>
                  <a:pt x="0" y="583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60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0975" y="2451772"/>
            <a:ext cx="9085682" cy="212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8"/>
              </a:lnSpc>
            </a:pPr>
            <a:r>
              <a:rPr lang="en-US" b="true" sz="15387" spc="-7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 meni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0975" y="4608229"/>
            <a:ext cx="4686292" cy="53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19"/>
              </a:lnSpc>
            </a:pPr>
            <a:r>
              <a:rPr lang="en-US" b="true" sz="3168" spc="15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 Patrikk Beltram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697113"/>
            <a:ext cx="7256285" cy="75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9"/>
              </a:lnSpc>
            </a:pPr>
            <a:r>
              <a:rPr lang="en-US" sz="2238" spc="1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Tukaj je povezava do mojega github profila: https://github.com/patrik641?tab=repositories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0975" y="6042910"/>
            <a:ext cx="9077957" cy="38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9"/>
              </a:lnSpc>
            </a:pPr>
            <a:r>
              <a:rPr lang="en-US" sz="2238" spc="1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 dijak na šolskem centru Nova Gorica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5455" y="2345726"/>
            <a:ext cx="7630775" cy="4913222"/>
            <a:chOff x="0" y="0"/>
            <a:chExt cx="1207248" cy="7773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7248" cy="777310"/>
            </a:xfrm>
            <a:custGeom>
              <a:avLst/>
              <a:gdLst/>
              <a:ahLst/>
              <a:cxnLst/>
              <a:rect r="r" b="b" t="t" l="l"/>
              <a:pathLst>
                <a:path h="777310" w="1207248">
                  <a:moveTo>
                    <a:pt x="0" y="0"/>
                  </a:moveTo>
                  <a:lnTo>
                    <a:pt x="1207248" y="0"/>
                  </a:lnTo>
                  <a:lnTo>
                    <a:pt x="1207248" y="777310"/>
                  </a:lnTo>
                  <a:lnTo>
                    <a:pt x="0" y="777310"/>
                  </a:lnTo>
                  <a:close/>
                </a:path>
              </a:pathLst>
            </a:custGeom>
            <a:blipFill>
              <a:blip r:embed="rId3"/>
              <a:stretch>
                <a:fillRect l="-302" t="0" r="-302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862313" y="1769450"/>
            <a:ext cx="5396987" cy="57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6"/>
              </a:lnSpc>
            </a:pPr>
            <a:r>
              <a:rPr lang="en-US" sz="3373" spc="16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Kaj sem ustvaril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62313" y="3808065"/>
            <a:ext cx="5396987" cy="8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3"/>
              </a:lnSpc>
            </a:pPr>
            <a:r>
              <a:rPr lang="en-US" sz="2456" spc="1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Ustvaril sem svoj prvi repozitorij na GitHubu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62313" y="5095875"/>
            <a:ext cx="5396987" cy="8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3"/>
              </a:lnSpc>
            </a:pPr>
            <a:r>
              <a:rPr lang="en-US" sz="2456" spc="1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Naučil sem se kako uporabljati GitHub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DAG6uTkPnd4</dc:identifier>
  <dcterms:modified xsi:type="dcterms:W3CDTF">2011-08-01T06:04:30Z</dcterms:modified>
  <cp:revision>1</cp:revision>
  <dc:title>Patrik Beltram</dc:title>
</cp:coreProperties>
</file>